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1CFFE-E26C-D338-5C77-85855D3D8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47BE5F-ECAF-E9B3-62F7-7E51F2534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858A4A-CE96-27DF-5CDC-C215E54E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B0488-7A73-6888-EA72-F1C036B6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67EDA-87DF-A3B2-8B17-9EE2F049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04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BB867-6F1C-11BE-CA6E-A3A233CC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473131-4C86-F5C2-1885-394FE7DFC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5B32F3-1C46-9D21-0275-ACE5AC6D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A34F43-4B59-BB7C-7248-3032769D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E3D4C5-FBB4-C1A9-5C88-A26803D28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29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771C0-209F-3353-D931-BF3256CB3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40FBB5-FBD7-3D85-D2F9-2027E3C24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CBA7DB-15E7-1737-BACC-28DD174A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18EA6-0F4A-6802-5608-8E1E792F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316A3-F43F-283D-5BB0-69EAED2B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64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37D5C-4593-F90A-B945-3F6673E8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482C0-532C-9FE9-791B-4A336EF9F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FD3493-6A6D-295E-0695-D2AF0573F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58AED7-ACF9-543D-C4BD-7EDB6DE2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99E866-E472-EAAA-74AB-4CF9479E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648B68-09D2-3C60-BAC2-833F49C4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942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C432B-2806-1FB7-36F6-3BB02B42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2D74E3-67A0-E8A1-224D-B4B4C653F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F296BA-4D4D-D4C8-851F-6591486A5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53D69F-9458-C1C4-690D-B0D049B75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3AD72E-C2DB-13A1-F1F4-CF871BF58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5042F6-44F0-F8BA-C4D0-17AE4782A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F68751-87A7-D3D4-773E-F3501A93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9B9370-BB33-26A3-D655-B557B545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48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8EC7C-390B-01F0-DF88-69F2589BF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9BC8AD-1969-2DF3-2825-C780E1F0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BAFE17-6080-5145-9969-8C28DA72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F84CF0-4FE2-A36A-542C-6358DF7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43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E1F3F8-6F13-B690-B7F5-D094ECDD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671AD8-F8E4-5306-2965-08E7DBCF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1064C0-BA57-4043-4612-4A6C45BE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17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ED8B5-E97E-01BA-5201-DDF6AAFF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BA2156-AB19-A4AB-24DA-5CE1B530D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1D8D87-EF1C-6A40-E66E-1350883E8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924CC9-2B50-34BB-61D6-BDC41AD9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2CBB42-9130-4AB7-092C-6164F1D77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7540CE-5295-0BF3-D649-8F18F8EE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605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94D16-51DA-29E0-9208-C4B0D580D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B81176-69C7-DFF0-1D5B-1F690C2FD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BE721A-D35B-8EB0-08A2-17BB1DC6A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BDE834-9BBA-0BB3-8F92-4DB4998F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8F7ED7-D9FE-1B88-D2AB-8E6F9CB0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DFC54A-E1E1-B023-D4CC-473A77F8D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186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B5249-22AA-7C6A-AF9A-27080197B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4AF280-9755-D367-10D2-B4F8347CB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65B42-A184-6685-E60E-7B6082E8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DBF126-BC06-6B2C-7EFC-79B7B703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5ACFDF-22C1-9CF8-4AFC-6DA4CC62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86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3395CD-6408-4B83-1B69-24733CFC7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492089-CB07-0559-D3C8-6C6B841D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252C2-AE74-3A3C-73FC-F8E58F02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7D1B1-521F-7AF9-87B0-42D84ABA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DD247C-6191-70A3-9F68-32A96733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6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9F878C-1A30-69EA-AEC1-D94A7A77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446BA3-F3F3-1883-92DA-345534CAC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642558-03FD-6AD5-F973-916DD0A9A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3FF9B-A5AD-4354-BFCA-3B0FF879B8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5D772-3790-B7B5-041B-3E89E2A99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9D5C4F-9250-793C-D11F-62414EBC0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499EF-48A3-4631-AA9F-39E69F578E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31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3311ADB-7183-B644-81FE-98FA5B90F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485" y="256142"/>
            <a:ext cx="9067582" cy="541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2075" tIns="46037" rIns="92075" bIns="46037" anchor="ctr"/>
          <a:lstStyle/>
          <a:p>
            <a:r>
              <a:rPr lang="en-US" altLang="ko-KR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대표번호</a:t>
            </a:r>
            <a:r>
              <a:rPr lang="en-US" altLang="ko-KR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0000-0000</a:t>
            </a:r>
            <a:r>
              <a:rPr lang="en-US" altLang="ko-KR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/ STEP 1 / IVR Tree</a:t>
            </a:r>
            <a:r>
              <a:rPr lang="ko-KR" altLang="en-US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案 </a:t>
            </a:r>
            <a:r>
              <a:rPr lang="en-US" altLang="ko-KR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Call Flow (</a:t>
            </a:r>
            <a:r>
              <a:rPr lang="ko-KR" altLang="en-US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업무시간 </a:t>
            </a:r>
            <a:r>
              <a:rPr lang="en-US" altLang="ko-KR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10</a:t>
            </a:r>
            <a:r>
              <a:rPr lang="ko-KR" altLang="en-US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 </a:t>
            </a:r>
            <a:r>
              <a:rPr lang="en-US" altLang="ko-KR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17</a:t>
            </a:r>
            <a:r>
              <a:rPr lang="ko-KR" altLang="en-US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</a:t>
            </a:r>
            <a:r>
              <a:rPr lang="en-US" altLang="ko-KR" sz="1798" b="1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798" b="1" dirty="0">
              <a:ln>
                <a:solidFill>
                  <a:prstClr val="black">
                    <a:alpha val="44000"/>
                  </a:prstClr>
                </a:solidFill>
              </a:ln>
              <a:solidFill>
                <a:srgbClr val="5B85DA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73E070-EA25-C6F2-B714-5A88E6E022CB}"/>
              </a:ext>
            </a:extLst>
          </p:cNvPr>
          <p:cNvSpPr/>
          <p:nvPr/>
        </p:nvSpPr>
        <p:spPr bwMode="auto">
          <a:xfrm>
            <a:off x="1502864" y="3782741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TTS4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EEEB12E-1AAA-3337-A2A3-CB59A0E66A06}"/>
              </a:ext>
            </a:extLst>
          </p:cNvPr>
          <p:cNvSpPr/>
          <p:nvPr/>
        </p:nvSpPr>
        <p:spPr bwMode="auto">
          <a:xfrm>
            <a:off x="2439638" y="3782740"/>
            <a:ext cx="3168352" cy="431701"/>
          </a:xfrm>
          <a:prstGeom prst="rect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더 나은 서비스 제공을 위해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고객님과의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통화내용이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defRPr/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녹취됨을 알려드립니다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AB7958-CC8C-5CCB-9F54-9F668F9AE3E5}"/>
              </a:ext>
            </a:extLst>
          </p:cNvPr>
          <p:cNvSpPr/>
          <p:nvPr/>
        </p:nvSpPr>
        <p:spPr bwMode="auto">
          <a:xfrm>
            <a:off x="1502864" y="4361265"/>
            <a:ext cx="792758" cy="620614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TTS5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3C79F5-F2BD-A19A-9753-3431ED0DD04B}"/>
              </a:ext>
            </a:extLst>
          </p:cNvPr>
          <p:cNvSpPr/>
          <p:nvPr/>
        </p:nvSpPr>
        <p:spPr bwMode="auto">
          <a:xfrm>
            <a:off x="2439638" y="4361264"/>
            <a:ext cx="3168352" cy="620615"/>
          </a:xfrm>
          <a:prstGeom prst="rect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잠시 후 연결되는 상담사는 누군가의 소중한 가족입니다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산업안전 보건법에 따라 고객 응대 근로자 보호조치를 시행하고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있사오니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폭언등은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삼가하여 주시기 바랍니다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잠시만 기다려 주십시오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상담원을 연결해 드리겠습니다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A304D9-9671-1BA9-DDDE-D8C25F039CA6}"/>
              </a:ext>
            </a:extLst>
          </p:cNvPr>
          <p:cNvSpPr/>
          <p:nvPr/>
        </p:nvSpPr>
        <p:spPr bwMode="auto">
          <a:xfrm>
            <a:off x="1502864" y="5269912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TTS6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B2DAED-2862-B085-0DAC-04D759668D4B}"/>
              </a:ext>
            </a:extLst>
          </p:cNvPr>
          <p:cNvSpPr/>
          <p:nvPr/>
        </p:nvSpPr>
        <p:spPr bwMode="auto">
          <a:xfrm>
            <a:off x="2439638" y="5269911"/>
            <a:ext cx="3168352" cy="431701"/>
          </a:xfrm>
          <a:prstGeom prst="rect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27013" lvl="0" indent="-227013" defTabSz="91436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죄송합니다</a:t>
            </a:r>
            <a:r>
              <a:rPr kumimoji="0" lang="en-US" altLang="ko-KR" sz="900" kern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kumimoji="0" lang="ko-KR" altLang="en-US" sz="900" kern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지금은 모든 상담사가 통화 중으로</a:t>
            </a:r>
            <a:r>
              <a:rPr kumimoji="0" lang="en-US" altLang="ko-KR" sz="900" kern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900" kern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잠시만 </a:t>
            </a:r>
            <a:endParaRPr kumimoji="0" lang="en-US" altLang="ko-KR" sz="900" kern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7013" lvl="0" indent="-227013" defTabSz="91436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기다려 주시면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상담사를 연결해 드리겠습니다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8989DBD-9135-61F7-E959-6B24220F799F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1899243" y="4981879"/>
            <a:ext cx="0" cy="2880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직사각형 4">
            <a:extLst>
              <a:ext uri="{FF2B5EF4-FFF2-40B4-BE49-F238E27FC236}">
                <a16:creationId xmlns:a16="http://schemas.microsoft.com/office/drawing/2014/main" id="{B040BDBB-1FDE-6D6E-A87A-DC061D79A34D}"/>
              </a:ext>
            </a:extLst>
          </p:cNvPr>
          <p:cNvSpPr/>
          <p:nvPr/>
        </p:nvSpPr>
        <p:spPr>
          <a:xfrm>
            <a:off x="1974567" y="5024304"/>
            <a:ext cx="970101" cy="17547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5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전 상담사 대기 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F71BB7-CFB5-9FD1-BDD7-624DE3302E95}"/>
              </a:ext>
            </a:extLst>
          </p:cNvPr>
          <p:cNvSpPr/>
          <p:nvPr/>
        </p:nvSpPr>
        <p:spPr bwMode="auto">
          <a:xfrm>
            <a:off x="1502864" y="6062346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TTS7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2DE476-650E-4DA5-996D-AA65D68BF793}"/>
              </a:ext>
            </a:extLst>
          </p:cNvPr>
          <p:cNvSpPr/>
          <p:nvPr/>
        </p:nvSpPr>
        <p:spPr bwMode="auto">
          <a:xfrm>
            <a:off x="2439638" y="6062345"/>
            <a:ext cx="3168352" cy="431701"/>
          </a:xfrm>
          <a:prstGeom prst="rect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죄송합니다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지금은 통화량이 많아 상담원 연결이 어렵습니다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defRPr/>
            </a:pP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잠시 후에 다시 이용을 부탁드립니다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E7DA216-7747-C6FE-AEB6-312A988D0A02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>
            <a:off x="1899243" y="5701613"/>
            <a:ext cx="0" cy="3607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Rectangle 2">
            <a:extLst>
              <a:ext uri="{FF2B5EF4-FFF2-40B4-BE49-F238E27FC236}">
                <a16:creationId xmlns:a16="http://schemas.microsoft.com/office/drawing/2014/main" id="{9B8B7D01-3FB5-0E32-A69C-244525082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397" y="908369"/>
            <a:ext cx="9067582" cy="541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2075" tIns="46037" rIns="92075" bIns="46037" anchor="ctr"/>
          <a:lstStyle/>
          <a:p>
            <a:r>
              <a:rPr lang="ko-KR" altLang="en-US" b="1" u="sng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 대표번호</a:t>
            </a:r>
            <a:r>
              <a:rPr lang="en-US" altLang="ko-KR" b="1" u="sng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u="sng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0000-0000</a:t>
            </a:r>
            <a:r>
              <a:rPr lang="en-US" altLang="ko-KR" b="1" u="sng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u="sng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업무 시간 정상적 콜 성우 녹음 멘트 흐름도</a:t>
            </a:r>
            <a:endParaRPr lang="ko-KR" altLang="en-US" b="1" u="sng" dirty="0">
              <a:ln>
                <a:solidFill>
                  <a:prstClr val="black">
                    <a:alpha val="44000"/>
                  </a:prstClr>
                </a:solidFill>
              </a:ln>
              <a:solidFill>
                <a:srgbClr val="5B85DA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4">
            <a:extLst>
              <a:ext uri="{FF2B5EF4-FFF2-40B4-BE49-F238E27FC236}">
                <a16:creationId xmlns:a16="http://schemas.microsoft.com/office/drawing/2014/main" id="{6CE5C97F-2B86-3B47-B2EB-0EC818A3ECC7}"/>
              </a:ext>
            </a:extLst>
          </p:cNvPr>
          <p:cNvSpPr/>
          <p:nvPr/>
        </p:nvSpPr>
        <p:spPr>
          <a:xfrm>
            <a:off x="1954587" y="5794242"/>
            <a:ext cx="970101" cy="17547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5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120</a:t>
            </a:r>
            <a:r>
              <a:rPr lang="ko-KR" altLang="en-US" sz="95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초 후에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65802155-219C-637F-D3DE-ED773A7938C2}"/>
              </a:ext>
            </a:extLst>
          </p:cNvPr>
          <p:cNvCxnSpPr>
            <a:cxnSpLocks/>
            <a:stCxn id="12" idx="3"/>
            <a:endCxn id="8" idx="3"/>
          </p:cNvCxnSpPr>
          <p:nvPr/>
        </p:nvCxnSpPr>
        <p:spPr>
          <a:xfrm flipV="1">
            <a:off x="5607990" y="4671572"/>
            <a:ext cx="12700" cy="814190"/>
          </a:xfrm>
          <a:prstGeom prst="bentConnector3">
            <a:avLst>
              <a:gd name="adj1" fmla="val 180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21" name="직사각형 4">
            <a:extLst>
              <a:ext uri="{FF2B5EF4-FFF2-40B4-BE49-F238E27FC236}">
                <a16:creationId xmlns:a16="http://schemas.microsoft.com/office/drawing/2014/main" id="{1BF82E3A-F5F3-E3F4-83D1-B876B6CDAA8F}"/>
              </a:ext>
            </a:extLst>
          </p:cNvPr>
          <p:cNvSpPr/>
          <p:nvPr/>
        </p:nvSpPr>
        <p:spPr>
          <a:xfrm>
            <a:off x="5466316" y="5052652"/>
            <a:ext cx="970101" cy="17547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5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120</a:t>
            </a:r>
            <a:r>
              <a:rPr lang="ko-KR" altLang="en-US" sz="95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초 상담사 연결 대기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6AB1EA4-5017-E599-CC60-34C3BEA4FBAD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899243" y="2542040"/>
            <a:ext cx="0" cy="124070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B92CBBE3-9D2C-F66D-5528-2F46161B0B36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5607990" y="1757488"/>
            <a:ext cx="1202685" cy="3728274"/>
          </a:xfrm>
          <a:prstGeom prst="bentConnector3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F380DDD-CE53-D441-A15E-950EFDEF9F7C}"/>
              </a:ext>
            </a:extLst>
          </p:cNvPr>
          <p:cNvSpPr/>
          <p:nvPr/>
        </p:nvSpPr>
        <p:spPr bwMode="auto">
          <a:xfrm>
            <a:off x="1502864" y="1526166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TTS1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D09C5C5-3ED8-A49C-8E6D-337E7CB9310C}"/>
              </a:ext>
            </a:extLst>
          </p:cNvPr>
          <p:cNvSpPr/>
          <p:nvPr/>
        </p:nvSpPr>
        <p:spPr bwMode="auto">
          <a:xfrm>
            <a:off x="1502864" y="2110339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TTS2-1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93D456F-C192-18A7-0E64-719C53EA7F9A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1899243" y="1957867"/>
            <a:ext cx="0" cy="1524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9B8C678-B1BC-405C-93DA-38E8E7586BC1}"/>
              </a:ext>
            </a:extLst>
          </p:cNvPr>
          <p:cNvSpPr/>
          <p:nvPr/>
        </p:nvSpPr>
        <p:spPr bwMode="auto">
          <a:xfrm>
            <a:off x="6810675" y="1541637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TT8-4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49A737-8B96-D6DE-9578-86D468EC0AE3}"/>
              </a:ext>
            </a:extLst>
          </p:cNvPr>
          <p:cNvSpPr txBox="1"/>
          <p:nvPr/>
        </p:nvSpPr>
        <p:spPr>
          <a:xfrm>
            <a:off x="5785644" y="1619494"/>
            <a:ext cx="6206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대기멘트</a:t>
            </a:r>
            <a:endParaRPr lang="ko-KR" altLang="en-US" sz="900" dirty="0">
              <a:solidFill>
                <a:schemeClr val="dk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4AF3C39-BFB2-38A8-86B2-EDB65B9B0E66}"/>
              </a:ext>
            </a:extLst>
          </p:cNvPr>
          <p:cNvSpPr/>
          <p:nvPr/>
        </p:nvSpPr>
        <p:spPr bwMode="auto">
          <a:xfrm>
            <a:off x="1502864" y="1526166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TTS1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3F545E-7254-A590-9ED2-D9A09A5A1D22}"/>
              </a:ext>
            </a:extLst>
          </p:cNvPr>
          <p:cNvSpPr/>
          <p:nvPr/>
        </p:nvSpPr>
        <p:spPr bwMode="auto">
          <a:xfrm>
            <a:off x="1502864" y="2110339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TTS2-1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F03421A-CD5B-00FD-1D7D-A8F21F3C882E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1899243" y="1957867"/>
            <a:ext cx="0" cy="1524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E3AA6A3-0BC1-3E3B-FF7A-93ED2B5293B8}"/>
              </a:ext>
            </a:extLst>
          </p:cNvPr>
          <p:cNvSpPr/>
          <p:nvPr/>
        </p:nvSpPr>
        <p:spPr bwMode="auto">
          <a:xfrm>
            <a:off x="6810675" y="1541637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TT8-4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0FB618-D43F-E4D2-1994-A07E6CF09C42}"/>
              </a:ext>
            </a:extLst>
          </p:cNvPr>
          <p:cNvSpPr txBox="1"/>
          <p:nvPr/>
        </p:nvSpPr>
        <p:spPr>
          <a:xfrm>
            <a:off x="5785644" y="1619494"/>
            <a:ext cx="6206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대기멘트</a:t>
            </a:r>
            <a:endParaRPr lang="ko-KR" altLang="en-US" sz="900" dirty="0">
              <a:solidFill>
                <a:schemeClr val="dk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AAB6DF6-87A0-8005-CD10-248D31D560FA}"/>
              </a:ext>
            </a:extLst>
          </p:cNvPr>
          <p:cNvSpPr/>
          <p:nvPr/>
        </p:nvSpPr>
        <p:spPr bwMode="auto">
          <a:xfrm>
            <a:off x="1494584" y="1521129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TTS1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493055A-565A-4C09-1B47-BAE8801525AB}"/>
              </a:ext>
            </a:extLst>
          </p:cNvPr>
          <p:cNvSpPr/>
          <p:nvPr/>
        </p:nvSpPr>
        <p:spPr bwMode="auto">
          <a:xfrm>
            <a:off x="2407718" y="1521128"/>
            <a:ext cx="3168352" cy="431701"/>
          </a:xfrm>
          <a:prstGeom prst="rect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안녕하세요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,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900" b="1" dirty="0">
                <a:highlight>
                  <a:srgbClr val="FFFF00"/>
                </a:highlight>
                <a:latin typeface="나눔고딕" pitchFamily="2" charset="-127"/>
                <a:ea typeface="나눔고딕" pitchFamily="2" charset="-127"/>
              </a:rPr>
              <a:t>0000000000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상담 고객센터 입니다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A2DED64-989C-271C-5851-E1EEB28AB903}"/>
              </a:ext>
            </a:extLst>
          </p:cNvPr>
          <p:cNvSpPr/>
          <p:nvPr/>
        </p:nvSpPr>
        <p:spPr bwMode="auto">
          <a:xfrm>
            <a:off x="1494584" y="2105302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TTS2-1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E7AE7D9-3BD8-A1BB-4167-A0004498B1D4}"/>
              </a:ext>
            </a:extLst>
          </p:cNvPr>
          <p:cNvSpPr/>
          <p:nvPr/>
        </p:nvSpPr>
        <p:spPr bwMode="auto">
          <a:xfrm>
            <a:off x="2439638" y="2142264"/>
            <a:ext cx="3168352" cy="431701"/>
          </a:xfrm>
          <a:prstGeom prst="rect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잠시만 기다려 주시면 상담원을 연결해 드리겠습니다</a:t>
            </a:r>
            <a:endParaRPr lang="en-US" altLang="ko-KR" sz="900" strike="sngStrike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DF5A964-AFA7-A453-9D56-C446CE9C17B6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1890963" y="1952830"/>
            <a:ext cx="0" cy="1524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E7AA811-1AE4-59F9-1388-18939831192B}"/>
              </a:ext>
            </a:extLst>
          </p:cNvPr>
          <p:cNvSpPr/>
          <p:nvPr/>
        </p:nvSpPr>
        <p:spPr bwMode="auto">
          <a:xfrm>
            <a:off x="7708920" y="1552315"/>
            <a:ext cx="3168352" cy="431701"/>
          </a:xfrm>
          <a:prstGeom prst="rect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안녕하세요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,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900" b="1" dirty="0">
                <a:highlight>
                  <a:srgbClr val="FFFF00"/>
                </a:highlight>
                <a:latin typeface="나눔고딕" pitchFamily="2" charset="-127"/>
                <a:ea typeface="나눔고딕" pitchFamily="2" charset="-127"/>
              </a:rPr>
              <a:t>0000000000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상담 고객센터 입니다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  <a:br>
              <a:rPr lang="en-US" altLang="ko-KR" sz="900" dirty="0">
                <a:latin typeface="나눔고딕" pitchFamily="2" charset="-127"/>
                <a:ea typeface="나눔고딕" pitchFamily="2" charset="-127"/>
              </a:rPr>
            </a:b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잠시만 기다려 주시면 상담원을 연결해 드리겠습니다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25CB5E-E7F8-1DFB-3CE5-15A3C740BF8B}"/>
              </a:ext>
            </a:extLst>
          </p:cNvPr>
          <p:cNvSpPr/>
          <p:nvPr/>
        </p:nvSpPr>
        <p:spPr bwMode="auto">
          <a:xfrm>
            <a:off x="6802395" y="1536600"/>
            <a:ext cx="792758" cy="431701"/>
          </a:xfrm>
          <a:prstGeom prst="rect">
            <a:avLst/>
          </a:prstGeom>
          <a:solidFill>
            <a:schemeClr val="accent1"/>
          </a:solidFill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73050" marR="0" indent="-2730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TT8-4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A58D1F-C05D-BA69-C970-50BAB9C79821}"/>
              </a:ext>
            </a:extLst>
          </p:cNvPr>
          <p:cNvSpPr txBox="1"/>
          <p:nvPr/>
        </p:nvSpPr>
        <p:spPr>
          <a:xfrm>
            <a:off x="5777364" y="1614457"/>
            <a:ext cx="6206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대기멘트</a:t>
            </a:r>
            <a:endParaRPr lang="ko-KR" altLang="en-US" sz="900" dirty="0">
              <a:solidFill>
                <a:schemeClr val="dk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54D6620-D7EA-58BD-2499-FAFC5B2CEC22}"/>
              </a:ext>
            </a:extLst>
          </p:cNvPr>
          <p:cNvSpPr/>
          <p:nvPr/>
        </p:nvSpPr>
        <p:spPr bwMode="auto">
          <a:xfrm>
            <a:off x="7708920" y="2253546"/>
            <a:ext cx="3168352" cy="431701"/>
          </a:xfrm>
          <a:prstGeom prst="rect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/>
              <a:t>당신의 건강을 위한 </a:t>
            </a:r>
            <a:r>
              <a:rPr lang="ko-KR" altLang="en-US" sz="900" dirty="0" err="1"/>
              <a:t>균형잡힌</a:t>
            </a:r>
            <a:r>
              <a:rPr lang="ko-KR" altLang="en-US" sz="900" dirty="0"/>
              <a:t> 영양 솔루션</a:t>
            </a:r>
            <a:r>
              <a:rPr lang="en-US" altLang="ko-KR" sz="900" dirty="0"/>
              <a:t>, </a:t>
            </a:r>
            <a:endParaRPr lang="ko-KR" altLang="en-US" sz="900" dirty="0"/>
          </a:p>
          <a:p>
            <a:r>
              <a:rPr lang="ko-KR" altLang="en-US" sz="900" dirty="0" err="1"/>
              <a:t>뉴트리시아</a:t>
            </a:r>
            <a:r>
              <a:rPr lang="ko-KR" altLang="en-US" sz="900" dirty="0"/>
              <a:t> </a:t>
            </a:r>
            <a:r>
              <a:rPr lang="ko-KR" altLang="en-US" sz="900" dirty="0" err="1"/>
              <a:t>포티멜입니다</a:t>
            </a:r>
            <a:r>
              <a:rPr lang="en-US" altLang="ko-KR" sz="900" dirty="0"/>
              <a:t>. </a:t>
            </a:r>
            <a:endParaRPr lang="ko-KR" altLang="en-US" sz="900" dirty="0"/>
          </a:p>
          <a:p>
            <a:r>
              <a:rPr lang="ko-KR" altLang="en-US" sz="900" dirty="0"/>
              <a:t>잠시만 </a:t>
            </a:r>
            <a:r>
              <a:rPr lang="ko-KR" altLang="en-US" sz="900" dirty="0" err="1"/>
              <a:t>기다려주시면</a:t>
            </a:r>
            <a:r>
              <a:rPr lang="ko-KR" altLang="en-US" sz="900" dirty="0"/>
              <a:t> 상담원을 연결해드리겠습니다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CF3CFA5-8844-A6E2-18CD-120306A44E9B}"/>
              </a:ext>
            </a:extLst>
          </p:cNvPr>
          <p:cNvSpPr/>
          <p:nvPr/>
        </p:nvSpPr>
        <p:spPr bwMode="auto">
          <a:xfrm>
            <a:off x="7708920" y="3000703"/>
            <a:ext cx="3168352" cy="431701"/>
          </a:xfrm>
          <a:prstGeom prst="rect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/>
              <a:t>당신의 건강을 위한 </a:t>
            </a:r>
            <a:r>
              <a:rPr lang="ko-KR" altLang="en-US" sz="900" dirty="0" err="1"/>
              <a:t>균형잡힌</a:t>
            </a:r>
            <a:r>
              <a:rPr lang="ko-KR" altLang="en-US" sz="900" dirty="0"/>
              <a:t> 영양 솔루션</a:t>
            </a:r>
            <a:r>
              <a:rPr lang="en-US" altLang="ko-KR" sz="900" dirty="0"/>
              <a:t>, </a:t>
            </a:r>
            <a:endParaRPr lang="ko-KR" altLang="en-US" sz="900" dirty="0"/>
          </a:p>
          <a:p>
            <a:r>
              <a:rPr lang="ko-KR" altLang="en-US" sz="900" dirty="0" err="1"/>
              <a:t>뉴트리시아</a:t>
            </a:r>
            <a:r>
              <a:rPr lang="ko-KR" altLang="en-US" sz="900" dirty="0"/>
              <a:t> </a:t>
            </a:r>
            <a:r>
              <a:rPr lang="ko-KR" altLang="en-US" sz="900" dirty="0" err="1"/>
              <a:t>포티멜입니다</a:t>
            </a:r>
            <a:r>
              <a:rPr lang="en-US" altLang="ko-KR" sz="900" dirty="0"/>
              <a:t>. </a:t>
            </a:r>
            <a:endParaRPr lang="ko-KR" altLang="en-US" sz="900" dirty="0"/>
          </a:p>
          <a:p>
            <a:r>
              <a:rPr lang="ko-KR" altLang="en-US" sz="900" dirty="0"/>
              <a:t>잠시만 </a:t>
            </a:r>
            <a:r>
              <a:rPr lang="ko-KR" altLang="en-US" sz="900" dirty="0" err="1"/>
              <a:t>기다려주시면</a:t>
            </a:r>
            <a:r>
              <a:rPr lang="ko-KR" altLang="en-US" sz="900" dirty="0"/>
              <a:t> 상담원을 연결해드리겠습니다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098F318-0F23-3D21-B2B0-E9A3ED3BD515}"/>
              </a:ext>
            </a:extLst>
          </p:cNvPr>
          <p:cNvSpPr/>
          <p:nvPr/>
        </p:nvSpPr>
        <p:spPr bwMode="auto">
          <a:xfrm>
            <a:off x="7708920" y="3788762"/>
            <a:ext cx="3168352" cy="431701"/>
          </a:xfrm>
          <a:prstGeom prst="rect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All dreams in one </a:t>
            </a:r>
            <a:r>
              <a:rPr lang="en-US" altLang="ko-KR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dreame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defRPr/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안녕하세요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드리미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입니다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defRPr/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잠시만 기다려 주시면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상담원을 연결해 드리겠습니다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5478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205</Words>
  <Application>Microsoft Office PowerPoint</Application>
  <PresentationFormat>와이드스크린</PresentationFormat>
  <Paragraphs>43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나눔고딕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지윤환</dc:creator>
  <cp:lastModifiedBy>지윤환</cp:lastModifiedBy>
  <cp:revision>1</cp:revision>
  <dcterms:created xsi:type="dcterms:W3CDTF">2026-01-08T07:48:00Z</dcterms:created>
  <dcterms:modified xsi:type="dcterms:W3CDTF">2026-01-08T07:49:44Z</dcterms:modified>
</cp:coreProperties>
</file>